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2" r:id="rId3"/>
    <p:sldId id="257" r:id="rId4"/>
    <p:sldId id="258" r:id="rId5"/>
    <p:sldId id="262" r:id="rId6"/>
    <p:sldId id="259" r:id="rId7"/>
    <p:sldId id="263" r:id="rId8"/>
    <p:sldId id="264" r:id="rId9"/>
    <p:sldId id="268" r:id="rId10"/>
    <p:sldId id="269" r:id="rId11"/>
    <p:sldId id="270" r:id="rId12"/>
    <p:sldId id="271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12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15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01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00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7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65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9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50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33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58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123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731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931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86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794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94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52E8E-6951-4A52-B78E-6B9183E37783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18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FBD6-D063-F394-8B35-2E9A014303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FACULTY PHONE NUMBER MANAGEMENT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B1B73-8373-615B-5DF8-4E3EBFD738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7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91E4-0C53-421F-6A6D-6ED0A35C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MEMBER’S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DF23A-F244-8E58-E4DA-867D13FDD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COLLEGE NAME : Pragati Engineering College (Autonomous) </a:t>
            </a:r>
          </a:p>
          <a:p>
            <a:r>
              <a:rPr lang="en-IN" b="1" dirty="0"/>
              <a:t>BRANCH : CIVIL</a:t>
            </a:r>
            <a:endParaRPr lang="en-IN" dirty="0"/>
          </a:p>
          <a:p>
            <a:r>
              <a:rPr lang="en-IN" b="1" dirty="0"/>
              <a:t>TEAM MEMBERS:</a:t>
            </a:r>
            <a:endParaRPr lang="en-IN" dirty="0"/>
          </a:p>
          <a:p>
            <a:r>
              <a:rPr lang="en-IN" b="1" dirty="0"/>
              <a:t> 1) Team Leader: A. Veerendra </a:t>
            </a:r>
            <a:endParaRPr lang="en-IN" dirty="0"/>
          </a:p>
          <a:p>
            <a:r>
              <a:rPr lang="en-IN" b="1" dirty="0"/>
              <a:t>2) </a:t>
            </a:r>
            <a:r>
              <a:rPr lang="en-IN" b="1" dirty="0" err="1"/>
              <a:t>A.Jyothsna</a:t>
            </a:r>
            <a:r>
              <a:rPr lang="en-IN" b="1" dirty="0"/>
              <a:t> Priyanka</a:t>
            </a:r>
            <a:endParaRPr lang="en-IN" dirty="0"/>
          </a:p>
          <a:p>
            <a:r>
              <a:rPr lang="en-IN" b="1" dirty="0"/>
              <a:t>3) </a:t>
            </a:r>
            <a:r>
              <a:rPr lang="en-IN" b="1" dirty="0" err="1"/>
              <a:t>B.Joshna</a:t>
            </a:r>
            <a:endParaRPr lang="en-IN" dirty="0"/>
          </a:p>
          <a:p>
            <a:r>
              <a:rPr lang="en-IN" b="1" dirty="0"/>
              <a:t> 4) Akash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94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8752-7440-7E52-9106-F322B638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7E508-C4D2-1D35-1FB6-D63899E9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9" y="1700784"/>
            <a:ext cx="8156448" cy="447617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Faculty Phone Number Management System is a simple and efficient software designed to store, access, update, search, and delete faculty contact information. This system uses C programming concepts such as structures, file handling, and menu-driven logic. It is highly useful for academic mini projects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27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2B27-65E3-72BE-4209-178CD52E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REQUIREMENTS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408E4-AA3B-6AFC-0FFE-24E943D0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u="sng" dirty="0"/>
              <a:t>Hardware</a:t>
            </a:r>
            <a:r>
              <a:rPr lang="en-IN" dirty="0"/>
              <a:t> </a:t>
            </a:r>
            <a:r>
              <a:rPr lang="en-IN" u="sng" dirty="0"/>
              <a:t>Requirements </a:t>
            </a:r>
            <a:r>
              <a:rPr lang="en-IN" dirty="0"/>
              <a:t>: Any PC or Laptop with a minimum of 512 MB </a:t>
            </a:r>
          </a:p>
          <a:p>
            <a:r>
              <a:rPr lang="en-IN" dirty="0"/>
              <a:t>RAM20 MB free storage</a:t>
            </a:r>
          </a:p>
          <a:p>
            <a:r>
              <a:rPr lang="en-IN" u="sng" dirty="0"/>
              <a:t>Software</a:t>
            </a:r>
            <a:r>
              <a:rPr lang="en-IN" dirty="0"/>
              <a:t> </a:t>
            </a:r>
            <a:r>
              <a:rPr lang="en-IN" u="sng" dirty="0"/>
              <a:t>Requirements </a:t>
            </a:r>
            <a:r>
              <a:rPr lang="en-IN" dirty="0"/>
              <a:t>: C Compiler (Turbo C / Code::Blocks / GCC)Operating System: Windows/Linux</a:t>
            </a:r>
          </a:p>
          <a:p>
            <a:r>
              <a:rPr lang="en-IN" dirty="0"/>
              <a:t>Required C-programming concepts : structures , file handling functions , pointers , dynamic memory allocation(malloc , </a:t>
            </a:r>
            <a:r>
              <a:rPr lang="en-IN" dirty="0" err="1"/>
              <a:t>calloc</a:t>
            </a:r>
            <a:r>
              <a:rPr lang="en-IN" dirty="0"/>
              <a:t> ) , functions , </a:t>
            </a:r>
            <a:r>
              <a:rPr lang="en-IN"/>
              <a:t>string manipulation ,etc.) </a:t>
            </a:r>
            <a:endParaRPr lang="en-IN" dirty="0"/>
          </a:p>
          <a:p>
            <a:r>
              <a:rPr lang="en-IN" u="sng" dirty="0"/>
              <a:t>Knowledge</a:t>
            </a:r>
            <a:r>
              <a:rPr lang="en-IN" dirty="0"/>
              <a:t> </a:t>
            </a:r>
            <a:r>
              <a:rPr lang="en-IN" u="sng" dirty="0"/>
              <a:t>Required </a:t>
            </a:r>
            <a:r>
              <a:rPr lang="en-IN" dirty="0"/>
              <a:t>: Basics of C programming File handling in C Structures and arrays</a:t>
            </a:r>
          </a:p>
        </p:txBody>
      </p:sp>
    </p:spTree>
    <p:extLst>
      <p:ext uri="{BB962C8B-B14F-4D97-AF65-F5344CB8AC3E}">
        <p14:creationId xmlns:p14="http://schemas.microsoft.com/office/powerpoint/2010/main" val="2672857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360C-3DD3-EB46-3B5A-503BDFC81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1074B-3715-E1B2-339C-0D29573EA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82497"/>
            <a:ext cx="9171432" cy="435886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Step 1: Start the program.</a:t>
            </a:r>
          </a:p>
          <a:p>
            <a:r>
              <a:rPr lang="en-US" dirty="0"/>
              <a:t>Step 2: Display menu options:</a:t>
            </a:r>
          </a:p>
          <a:p>
            <a:r>
              <a:rPr lang="en-US" dirty="0"/>
              <a:t>1. Add faculty</a:t>
            </a:r>
          </a:p>
          <a:p>
            <a:r>
              <a:rPr lang="en-US" dirty="0"/>
              <a:t>2. View faculty</a:t>
            </a:r>
          </a:p>
          <a:p>
            <a:r>
              <a:rPr lang="en-US" dirty="0"/>
              <a:t>3. Search faculty</a:t>
            </a:r>
          </a:p>
          <a:p>
            <a:r>
              <a:rPr lang="en-US" dirty="0"/>
              <a:t>4. Update faculty</a:t>
            </a:r>
          </a:p>
          <a:p>
            <a:r>
              <a:rPr lang="en-US" dirty="0"/>
              <a:t>5. Delete faculty</a:t>
            </a:r>
          </a:p>
          <a:p>
            <a:r>
              <a:rPr lang="en-US" dirty="0"/>
              <a:t>6. Exit Step </a:t>
            </a:r>
          </a:p>
          <a:p>
            <a:r>
              <a:rPr lang="en-US" dirty="0"/>
              <a:t>Step 3 : Get the user choice.</a:t>
            </a:r>
          </a:p>
          <a:p>
            <a:r>
              <a:rPr lang="en-US" dirty="0"/>
              <a:t>Step 4: Perform the action based on user choice:</a:t>
            </a:r>
          </a:p>
          <a:p>
            <a:r>
              <a:rPr lang="en-US" dirty="0"/>
              <a:t>Add: Ask for name, department, phone number, then save to file</a:t>
            </a:r>
          </a:p>
          <a:p>
            <a:r>
              <a:rPr lang="en-US" dirty="0"/>
              <a:t>.View: Read all records from file and display them.</a:t>
            </a:r>
          </a:p>
          <a:p>
            <a:r>
              <a:rPr lang="en-US" dirty="0"/>
              <a:t>Search: Ask for name, then check each record. Display if found.</a:t>
            </a:r>
          </a:p>
          <a:p>
            <a:r>
              <a:rPr lang="en-US" dirty="0"/>
              <a:t>Update: Ask for name, then update the phone number if record exists.</a:t>
            </a:r>
          </a:p>
          <a:p>
            <a:r>
              <a:rPr lang="en-US" dirty="0"/>
              <a:t>Delete: Ask for name, remove the record from file.</a:t>
            </a:r>
          </a:p>
          <a:p>
            <a:r>
              <a:rPr lang="en-US" dirty="0"/>
              <a:t>Step 5: Loop back to menu until user selects Exit.</a:t>
            </a:r>
          </a:p>
          <a:p>
            <a:r>
              <a:rPr lang="en-US" dirty="0"/>
              <a:t>Step 6: End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85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7BD1-8802-557D-9033-B23C42F0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269"/>
            <a:ext cx="10515600" cy="1325563"/>
          </a:xfrm>
        </p:spPr>
        <p:txBody>
          <a:bodyPr/>
          <a:lstStyle/>
          <a:p>
            <a:r>
              <a:rPr lang="en-US" dirty="0"/>
              <a:t>FLOWCHART</a:t>
            </a:r>
            <a:endParaRPr lang="en-IN" dirty="0"/>
          </a:p>
        </p:txBody>
      </p:sp>
      <p:pic>
        <p:nvPicPr>
          <p:cNvPr id="5" name="Content Placeholder 4" descr="A flowchart of a program&#10;&#10;AI-generated content may be incorrect.">
            <a:extLst>
              <a:ext uri="{FF2B5EF4-FFF2-40B4-BE49-F238E27FC236}">
                <a16:creationId xmlns:a16="http://schemas.microsoft.com/office/drawing/2014/main" id="{F3BBEE74-4246-301F-031E-5FBE70D86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914026"/>
            <a:ext cx="4069080" cy="5162353"/>
          </a:xfrm>
        </p:spPr>
      </p:pic>
    </p:spTree>
    <p:extLst>
      <p:ext uri="{BB962C8B-B14F-4D97-AF65-F5344CB8AC3E}">
        <p14:creationId xmlns:p14="http://schemas.microsoft.com/office/powerpoint/2010/main" val="185733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42B96-5F86-FAD1-01D0-14936AE2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84FA8-ADEC-9391-8F8B-EC4A8B94E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91" y="1789043"/>
            <a:ext cx="10515600" cy="381562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b="1" u="sng" dirty="0"/>
              <a:t>MODULE 1</a:t>
            </a:r>
            <a:r>
              <a:rPr lang="en-IN" dirty="0"/>
              <a:t>: ADD FACULTY</a:t>
            </a:r>
          </a:p>
          <a:p>
            <a:pPr marL="0" indent="0">
              <a:buNone/>
            </a:pPr>
            <a:r>
              <a:rPr lang="en-IN" dirty="0"/>
              <a:t> • Allows user to input name, department, and phone number. </a:t>
            </a:r>
          </a:p>
          <a:p>
            <a:pPr marL="0" indent="0">
              <a:buNone/>
            </a:pPr>
            <a:r>
              <a:rPr lang="en-IN" dirty="0"/>
              <a:t>• Stores the data permanently using file handling.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u="sng" dirty="0"/>
              <a:t>MODULE 2</a:t>
            </a:r>
            <a:r>
              <a:rPr lang="en-IN" dirty="0"/>
              <a:t>: VIEW FACULTY LIST </a:t>
            </a:r>
          </a:p>
          <a:p>
            <a:pPr marL="0" indent="0">
              <a:buNone/>
            </a:pPr>
            <a:r>
              <a:rPr lang="en-IN" dirty="0"/>
              <a:t>• Displays all stored faculty records. </a:t>
            </a:r>
          </a:p>
          <a:p>
            <a:pPr marL="0" indent="0">
              <a:buNone/>
            </a:pPr>
            <a:r>
              <a:rPr lang="en-IN" dirty="0"/>
              <a:t>• Reads data from file and prints in tabular format.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u="sng" dirty="0"/>
              <a:t>MODULE 3:</a:t>
            </a:r>
            <a:r>
              <a:rPr lang="en-IN" dirty="0"/>
              <a:t> SEARCH FACULTY</a:t>
            </a:r>
          </a:p>
          <a:p>
            <a:pPr marL="0" indent="0">
              <a:buNone/>
            </a:pPr>
            <a:r>
              <a:rPr lang="en-IN" dirty="0"/>
              <a:t>• Searches for a faculty using name. </a:t>
            </a:r>
          </a:p>
          <a:p>
            <a:pPr marL="0" indent="0">
              <a:buNone/>
            </a:pPr>
            <a:r>
              <a:rPr lang="en-IN" dirty="0"/>
              <a:t>• Displays complete details if found.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u="sng" dirty="0"/>
              <a:t>MODULE 4</a:t>
            </a:r>
            <a:r>
              <a:rPr lang="en-IN" dirty="0"/>
              <a:t>: UPDATE FACULTY </a:t>
            </a:r>
          </a:p>
          <a:p>
            <a:pPr marL="0" indent="0">
              <a:buNone/>
            </a:pPr>
            <a:r>
              <a:rPr lang="en-IN" dirty="0"/>
              <a:t>• Updates department or phone number of an existing faculty. </a:t>
            </a:r>
          </a:p>
          <a:p>
            <a:pPr marL="0" indent="0">
              <a:buNone/>
            </a:pPr>
            <a:r>
              <a:rPr lang="en-IN" dirty="0"/>
              <a:t>• Uses temporary file method for replacement.</a:t>
            </a:r>
          </a:p>
          <a:p>
            <a:pPr marL="0" indent="0">
              <a:buNone/>
            </a:pPr>
            <a:r>
              <a:rPr lang="en-IN" b="1" u="sng" dirty="0"/>
              <a:t>MODULE</a:t>
            </a:r>
            <a:r>
              <a:rPr lang="en-IN" u="sng" dirty="0"/>
              <a:t> </a:t>
            </a:r>
            <a:r>
              <a:rPr lang="en-IN" b="1" u="sng" dirty="0"/>
              <a:t>5</a:t>
            </a:r>
            <a:r>
              <a:rPr lang="en-IN" u="sng" dirty="0"/>
              <a:t>:</a:t>
            </a:r>
            <a:r>
              <a:rPr lang="en-IN" dirty="0"/>
              <a:t> DELETE FACULTY</a:t>
            </a:r>
          </a:p>
          <a:p>
            <a:pPr marL="0" indent="0">
              <a:buNone/>
            </a:pPr>
            <a:r>
              <a:rPr lang="en-IN" dirty="0"/>
              <a:t> • Removes a faculty record from the list.</a:t>
            </a:r>
          </a:p>
          <a:p>
            <a:pPr marL="0" indent="0">
              <a:buNone/>
            </a:pPr>
            <a:r>
              <a:rPr lang="en-IN" dirty="0"/>
              <a:t> • Rewrites file without the selected entry.</a:t>
            </a:r>
          </a:p>
          <a:p>
            <a:pPr marL="0" indent="0">
              <a:buNone/>
            </a:pPr>
            <a:r>
              <a:rPr lang="en-IN" b="1" u="sng" dirty="0"/>
              <a:t>MODULE 6</a:t>
            </a:r>
            <a:r>
              <a:rPr lang="en-IN" dirty="0"/>
              <a:t>: EXIT SYSTEM </a:t>
            </a:r>
          </a:p>
          <a:p>
            <a:pPr marL="0" indent="0">
              <a:buNone/>
            </a:pPr>
            <a:r>
              <a:rPr lang="en-IN" dirty="0"/>
              <a:t>• Safely terminates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01999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2C96-42C9-8F1D-0B93-BD040484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3446-899C-32CF-C953-21330FBBD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50" y="1609344"/>
            <a:ext cx="8596668" cy="4096511"/>
          </a:xfrm>
        </p:spPr>
        <p:txBody>
          <a:bodyPr numCol="2">
            <a:normAutofit fontScale="62500" lnSpcReduction="20000"/>
          </a:bodyPr>
          <a:lstStyle/>
          <a:p>
            <a:r>
              <a:rPr lang="en-IN" b="1" dirty="0"/>
              <a:t>1. User Authentication Module → Faculty Module</a:t>
            </a:r>
          </a:p>
          <a:p>
            <a:pPr lvl="0"/>
            <a:r>
              <a:rPr lang="en-IN" dirty="0"/>
              <a:t>The system first verifies the user (admin/management).</a:t>
            </a:r>
          </a:p>
          <a:p>
            <a:pPr lvl="0"/>
            <a:r>
              <a:rPr lang="en-IN" dirty="0"/>
              <a:t>After login, access is granted to the Faculty Management Module.</a:t>
            </a:r>
          </a:p>
          <a:p>
            <a:pPr lvl="0"/>
            <a:r>
              <a:rPr lang="en-IN" dirty="0"/>
              <a:t>Only authenticated users can add, edit, or view faculty data.</a:t>
            </a:r>
          </a:p>
          <a:p>
            <a:r>
              <a:rPr lang="en-IN" dirty="0"/>
              <a:t>Integration Flow:</a:t>
            </a:r>
            <a:br>
              <a:rPr lang="en-IN" dirty="0"/>
            </a:br>
            <a:r>
              <a:rPr lang="en-IN" dirty="0"/>
              <a:t>Login → Validate → Redirect to Faculty Dashboard</a:t>
            </a:r>
          </a:p>
          <a:p>
            <a:r>
              <a:rPr lang="en-IN" b="1" dirty="0"/>
              <a:t>2. Faculty Management Module → Subject/Department Module</a:t>
            </a:r>
          </a:p>
          <a:p>
            <a:pPr lvl="0"/>
            <a:r>
              <a:rPr lang="en-IN" dirty="0"/>
              <a:t>While adding a new faculty member, the admin must assign:</a:t>
            </a:r>
          </a:p>
          <a:p>
            <a:pPr lvl="1"/>
            <a:r>
              <a:rPr lang="en-IN" dirty="0"/>
              <a:t>Department</a:t>
            </a:r>
          </a:p>
          <a:p>
            <a:pPr lvl="1"/>
            <a:r>
              <a:rPr lang="en-IN" dirty="0"/>
              <a:t>Subjects handled</a:t>
            </a:r>
          </a:p>
          <a:p>
            <a:pPr lvl="0"/>
            <a:r>
              <a:rPr lang="en-IN" dirty="0"/>
              <a:t>These details come from the Department &amp; Subject Module.</a:t>
            </a:r>
          </a:p>
          <a:p>
            <a:r>
              <a:rPr lang="en-IN" dirty="0"/>
              <a:t>Integration Flow:</a:t>
            </a:r>
            <a:br>
              <a:rPr lang="en-IN" dirty="0"/>
            </a:br>
            <a:r>
              <a:rPr lang="en-IN" dirty="0"/>
              <a:t>Faculty Module ↔ Subject &amp; Department Module</a:t>
            </a:r>
          </a:p>
          <a:p>
            <a:r>
              <a:rPr lang="en-IN" b="1" dirty="0"/>
              <a:t>3. Department Module → Timetable/Workload Module</a:t>
            </a:r>
          </a:p>
          <a:p>
            <a:pPr lvl="0"/>
            <a:r>
              <a:rPr lang="en-IN" dirty="0"/>
              <a:t>Each department’s faculty are mapped to their:</a:t>
            </a:r>
          </a:p>
          <a:p>
            <a:pPr lvl="1"/>
            <a:r>
              <a:rPr lang="en-IN" dirty="0"/>
              <a:t>Class timings</a:t>
            </a:r>
          </a:p>
          <a:p>
            <a:pPr lvl="1"/>
            <a:r>
              <a:rPr lang="en-IN" dirty="0"/>
              <a:t>Subjects</a:t>
            </a:r>
          </a:p>
          <a:p>
            <a:pPr lvl="1"/>
            <a:r>
              <a:rPr lang="en-IN" dirty="0"/>
              <a:t>Workload hours</a:t>
            </a:r>
          </a:p>
          <a:p>
            <a:pPr lvl="0"/>
            <a:r>
              <a:rPr lang="en-IN" dirty="0"/>
              <a:t> These details help the system generate or view faculty                                             workload.</a:t>
            </a:r>
          </a:p>
          <a:p>
            <a:pPr marL="0" indent="0">
              <a:buNone/>
            </a:pPr>
            <a:r>
              <a:rPr lang="en-IN" dirty="0"/>
              <a:t>                Integration Flow:</a:t>
            </a:r>
            <a:br>
              <a:rPr lang="en-IN" dirty="0"/>
            </a:br>
            <a:r>
              <a:rPr lang="en-IN" dirty="0"/>
              <a:t>              Department → Workload/Time</a:t>
            </a:r>
          </a:p>
          <a:p>
            <a:pPr marL="0" indent="0">
              <a:buNone/>
            </a:pPr>
            <a:r>
              <a:rPr lang="en-IN" b="1" dirty="0"/>
              <a:t>4. Attendance Module → Workload Module</a:t>
            </a:r>
            <a:endParaRPr lang="en-IN" sz="1800" dirty="0"/>
          </a:p>
          <a:p>
            <a:pPr lvl="0"/>
            <a:r>
              <a:rPr lang="en-IN" dirty="0"/>
              <a:t>Faculty attendance data is used to track:</a:t>
            </a:r>
            <a:endParaRPr lang="en-IN" sz="1800" dirty="0"/>
          </a:p>
          <a:p>
            <a:pPr lvl="1"/>
            <a:r>
              <a:rPr lang="en-IN" dirty="0"/>
              <a:t>Working hours</a:t>
            </a:r>
            <a:endParaRPr lang="en-IN" sz="1600" dirty="0"/>
          </a:p>
          <a:p>
            <a:pPr lvl="1"/>
            <a:r>
              <a:rPr lang="en-IN" dirty="0"/>
              <a:t>Leave taken</a:t>
            </a:r>
            <a:endParaRPr lang="en-IN" sz="1600" dirty="0"/>
          </a:p>
          <a:p>
            <a:pPr lvl="1"/>
            <a:r>
              <a:rPr lang="en-IN" dirty="0"/>
              <a:t>Replacement/adjustment details</a:t>
            </a:r>
            <a:endParaRPr lang="en-IN" sz="1600" dirty="0"/>
          </a:p>
          <a:p>
            <a:pPr lvl="0"/>
            <a:r>
              <a:rPr lang="en-IN" dirty="0"/>
              <a:t>This supports calculating the total workload.</a:t>
            </a:r>
            <a:endParaRPr lang="en-IN" sz="1800" dirty="0"/>
          </a:p>
          <a:p>
            <a:r>
              <a:rPr lang="en-IN" b="1" dirty="0"/>
              <a:t>Integration Flow:</a:t>
            </a:r>
            <a:br>
              <a:rPr lang="en-IN" dirty="0"/>
            </a:br>
            <a:r>
              <a:rPr lang="en-IN" b="1" dirty="0"/>
              <a:t>Attendance → Workload</a:t>
            </a:r>
            <a:endParaRPr lang="en-IN" sz="1800" dirty="0"/>
          </a:p>
          <a:p>
            <a:r>
              <a:rPr lang="en-IN" dirty="0"/>
              <a:t>able Module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08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EA7B-8EC6-11D2-63D1-AC471A9D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9BA71-4756-1A60-2B65-71ED21CA7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983" y="1123122"/>
            <a:ext cx="11184834" cy="526256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1600" b="1" dirty="0"/>
              <a:t>5. Faculty Module → Payroll/Report Module</a:t>
            </a:r>
            <a:endParaRPr lang="en-IN" sz="1600" dirty="0"/>
          </a:p>
          <a:p>
            <a:pPr lvl="0"/>
            <a:r>
              <a:rPr lang="en-IN" sz="1600" dirty="0"/>
              <a:t>Faculty details (experience, attendance, workload) are used to generate:</a:t>
            </a:r>
          </a:p>
          <a:p>
            <a:pPr lvl="1"/>
            <a:r>
              <a:rPr lang="en-IN" sz="1600" dirty="0"/>
              <a:t>Monthly reports</a:t>
            </a:r>
          </a:p>
          <a:p>
            <a:pPr lvl="1"/>
            <a:r>
              <a:rPr lang="en-IN" sz="1600" dirty="0"/>
              <a:t>Salary calculations (if included)</a:t>
            </a:r>
          </a:p>
          <a:p>
            <a:pPr lvl="1"/>
            <a:r>
              <a:rPr lang="en-IN" sz="1600" dirty="0"/>
              <a:t>Department summaries</a:t>
            </a:r>
          </a:p>
          <a:p>
            <a:r>
              <a:rPr lang="en-IN" sz="1600" b="1" dirty="0"/>
              <a:t>Integration Flow:</a:t>
            </a:r>
            <a:br>
              <a:rPr lang="en-IN" sz="1600" dirty="0"/>
            </a:br>
            <a:r>
              <a:rPr lang="en-IN" sz="1600" b="1" dirty="0"/>
              <a:t>Faculty + Attendance + Workload → Reports</a:t>
            </a:r>
            <a:br>
              <a:rPr lang="en-IN" sz="1600" dirty="0"/>
            </a:b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6. Database Module → All Modules</a:t>
            </a:r>
            <a:endParaRPr lang="en-IN" sz="1600" dirty="0"/>
          </a:p>
          <a:p>
            <a:pPr lvl="0"/>
            <a:r>
              <a:rPr lang="en-IN" sz="1600" dirty="0"/>
              <a:t>The database acts as the </a:t>
            </a:r>
            <a:r>
              <a:rPr lang="en-IN" sz="1600" b="1" dirty="0"/>
              <a:t>central integrator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All modules read/write to the same database tables:</a:t>
            </a:r>
          </a:p>
          <a:p>
            <a:pPr lvl="1"/>
            <a:r>
              <a:rPr lang="en-IN" sz="1600" dirty="0"/>
              <a:t>Faculty data</a:t>
            </a:r>
          </a:p>
          <a:p>
            <a:pPr lvl="1"/>
            <a:r>
              <a:rPr lang="en-IN" sz="1600" dirty="0"/>
              <a:t>Department/Subject data</a:t>
            </a:r>
          </a:p>
          <a:p>
            <a:pPr lvl="1"/>
            <a:r>
              <a:rPr lang="en-IN" sz="1600" dirty="0"/>
              <a:t>Attendance records</a:t>
            </a:r>
          </a:p>
          <a:p>
            <a:pPr lvl="1"/>
            <a:r>
              <a:rPr lang="en-IN" sz="1600" dirty="0"/>
              <a:t>Workload reports</a:t>
            </a:r>
          </a:p>
          <a:p>
            <a:pPr marL="0" lvl="0" indent="0">
              <a:buNone/>
            </a:pPr>
            <a:endParaRPr lang="en-IN" sz="1600" dirty="0"/>
          </a:p>
          <a:p>
            <a:pPr marL="0" lvl="0" indent="0">
              <a:buNone/>
            </a:pPr>
            <a:r>
              <a:rPr lang="en-IN" sz="1600" u="sng" dirty="0"/>
              <a:t>LOGIC</a:t>
            </a:r>
            <a:r>
              <a:rPr lang="en-IN" sz="1600" dirty="0"/>
              <a:t> :</a:t>
            </a:r>
          </a:p>
          <a:p>
            <a:pPr lvl="0"/>
            <a:r>
              <a:rPr lang="en-IN" sz="1600" dirty="0"/>
              <a:t>input ID</a:t>
            </a:r>
          </a:p>
          <a:p>
            <a:pPr lvl="0"/>
            <a:r>
              <a:rPr lang="en-IN" sz="1600" dirty="0"/>
              <a:t>search faculty</a:t>
            </a:r>
          </a:p>
          <a:p>
            <a:pPr lvl="0"/>
            <a:r>
              <a:rPr lang="en-IN" sz="1600" dirty="0"/>
              <a:t>IF found:</a:t>
            </a:r>
          </a:p>
          <a:p>
            <a:pPr lvl="0"/>
            <a:r>
              <a:rPr lang="en-IN" sz="1600" dirty="0"/>
              <a:t>    shift array elements left</a:t>
            </a:r>
          </a:p>
          <a:p>
            <a:pPr lvl="0"/>
            <a:r>
              <a:rPr lang="en-IN" sz="1600" dirty="0"/>
              <a:t>    count--</a:t>
            </a:r>
          </a:p>
          <a:p>
            <a:pPr lvl="0"/>
            <a:r>
              <a:rPr lang="en-IN" sz="1600" dirty="0"/>
              <a:t>ELSE:</a:t>
            </a:r>
          </a:p>
          <a:p>
            <a:pPr lvl="0"/>
            <a:r>
              <a:rPr lang="en-IN" sz="1600" dirty="0"/>
              <a:t>    print "Not Found"</a:t>
            </a:r>
          </a:p>
          <a:p>
            <a:pPr marL="0" indent="0">
              <a:buNone/>
            </a:pPr>
            <a:endParaRPr lang="en-IN" sz="1600" dirty="0"/>
          </a:p>
          <a:p>
            <a:pPr lvl="1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1672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28016"/>
            <a:ext cx="8752794" cy="777240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905256"/>
            <a:ext cx="11266336" cy="5716829"/>
          </a:xfrm>
        </p:spPr>
        <p:txBody>
          <a:bodyPr>
            <a:normAutofit fontScale="25000" lnSpcReduction="20000"/>
          </a:bodyPr>
          <a:lstStyle/>
          <a:p>
            <a:r>
              <a:rPr lang="en-IN" sz="4800" dirty="0"/>
              <a:t>#include &lt;</a:t>
            </a:r>
            <a:r>
              <a:rPr lang="en-IN" sz="4800" dirty="0" err="1"/>
              <a:t>stdio.h</a:t>
            </a:r>
            <a:r>
              <a:rPr lang="en-IN" sz="4800" dirty="0"/>
              <a:t>&gt;</a:t>
            </a:r>
          </a:p>
          <a:p>
            <a:r>
              <a:rPr lang="en-IN" sz="4800" dirty="0"/>
              <a:t>#include &lt;</a:t>
            </a:r>
            <a:r>
              <a:rPr lang="en-IN" sz="4800" dirty="0" err="1"/>
              <a:t>string.h</a:t>
            </a:r>
            <a:r>
              <a:rPr lang="en-IN" sz="4800" dirty="0"/>
              <a:t>&gt;</a:t>
            </a:r>
          </a:p>
          <a:p>
            <a:endParaRPr lang="en-IN" sz="4800" dirty="0"/>
          </a:p>
          <a:p>
            <a:r>
              <a:rPr lang="en-IN" sz="4800" dirty="0"/>
              <a:t>struct Faculty {</a:t>
            </a:r>
          </a:p>
          <a:p>
            <a:r>
              <a:rPr lang="en-IN" sz="4800" dirty="0"/>
              <a:t>    char name[50];</a:t>
            </a:r>
          </a:p>
          <a:p>
            <a:r>
              <a:rPr lang="en-IN" sz="4800" dirty="0"/>
              <a:t>    char phone[15];</a:t>
            </a:r>
          </a:p>
          <a:p>
            <a:r>
              <a:rPr lang="en-IN" sz="4800" dirty="0"/>
              <a:t>};</a:t>
            </a:r>
          </a:p>
          <a:p>
            <a:endParaRPr lang="en-IN" sz="4800" dirty="0"/>
          </a:p>
          <a:p>
            <a:r>
              <a:rPr lang="en-IN" sz="4800" dirty="0"/>
              <a:t>int main() { </a:t>
            </a:r>
          </a:p>
          <a:p>
            <a:r>
              <a:rPr lang="en-IN" sz="4800" dirty="0"/>
              <a:t>    struct Faculty list[50];</a:t>
            </a:r>
          </a:p>
          <a:p>
            <a:r>
              <a:rPr lang="en-IN" sz="4800" dirty="0"/>
              <a:t>    int count = 0, choice;</a:t>
            </a:r>
          </a:p>
          <a:p>
            <a:r>
              <a:rPr lang="en-IN" sz="4800" dirty="0"/>
              <a:t>    char </a:t>
            </a:r>
            <a:r>
              <a:rPr lang="en-IN" sz="4800" dirty="0" err="1"/>
              <a:t>searchName</a:t>
            </a:r>
            <a:r>
              <a:rPr lang="en-IN" sz="4800" dirty="0"/>
              <a:t>[50];</a:t>
            </a:r>
          </a:p>
          <a:p>
            <a:endParaRPr lang="en-IN" sz="4800" dirty="0"/>
          </a:p>
          <a:p>
            <a:r>
              <a:rPr lang="en-IN" sz="4800" dirty="0"/>
              <a:t>    while (1) {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("\n--- Faculty Phone Manager ---\n");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("1. Add Faculty\n");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("2. Search Faculty\n");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("3. Display All\n");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("4. Exit\n");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printf</a:t>
            </a:r>
            <a:r>
              <a:rPr lang="en-IN" sz="4800" dirty="0"/>
              <a:t>("Choice: ");</a:t>
            </a:r>
          </a:p>
          <a:p>
            <a:r>
              <a:rPr lang="en-IN" sz="4800" dirty="0"/>
              <a:t>        </a:t>
            </a:r>
            <a:r>
              <a:rPr lang="en-IN" sz="4800" dirty="0" err="1"/>
              <a:t>scanf</a:t>
            </a:r>
            <a:r>
              <a:rPr lang="en-IN" sz="4800" dirty="0"/>
              <a:t>("%d", &amp;choice);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29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52" y="164593"/>
            <a:ext cx="10769048" cy="1028104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530352"/>
            <a:ext cx="11095184" cy="5614653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sz="4800" dirty="0"/>
              <a:t>        if (choice == 1)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("Name: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list[count].name);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("Phone: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list[count].phone);</a:t>
            </a:r>
          </a:p>
          <a:p>
            <a:r>
              <a:rPr lang="en-IN" sz="4800" dirty="0"/>
              <a:t>            count++;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("Added Successfully!\n");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if (choice == 2)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("Enter name: ");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scanf</a:t>
            </a:r>
            <a:r>
              <a:rPr lang="en-IN" sz="4800" dirty="0"/>
              <a:t>("%s", </a:t>
            </a:r>
            <a:r>
              <a:rPr lang="en-IN" sz="4800" dirty="0" err="1"/>
              <a:t>searchName</a:t>
            </a:r>
            <a:r>
              <a:rPr lang="en-IN" sz="4800" dirty="0"/>
              <a:t>);</a:t>
            </a:r>
          </a:p>
          <a:p>
            <a:endParaRPr lang="en-IN" sz="4800" dirty="0"/>
          </a:p>
          <a:p>
            <a:r>
              <a:rPr lang="en-IN" sz="4800" dirty="0"/>
              <a:t>            int found = 0;</a:t>
            </a:r>
          </a:p>
          <a:p>
            <a:r>
              <a:rPr lang="en-IN" sz="4800" dirty="0"/>
              <a:t>            for (int </a:t>
            </a:r>
            <a:r>
              <a:rPr lang="en-IN" sz="4800" dirty="0" err="1"/>
              <a:t>i</a:t>
            </a:r>
            <a:r>
              <a:rPr lang="en-IN" sz="4800" dirty="0"/>
              <a:t> = 0; </a:t>
            </a:r>
            <a:r>
              <a:rPr lang="en-IN" sz="4800" dirty="0" err="1"/>
              <a:t>i</a:t>
            </a:r>
            <a:r>
              <a:rPr lang="en-IN" sz="4800" dirty="0"/>
              <a:t> &lt; count; </a:t>
            </a:r>
            <a:r>
              <a:rPr lang="en-IN" sz="4800" dirty="0" err="1"/>
              <a:t>i</a:t>
            </a:r>
            <a:r>
              <a:rPr lang="en-IN" sz="4800" dirty="0"/>
              <a:t>++) {</a:t>
            </a:r>
          </a:p>
          <a:p>
            <a:r>
              <a:rPr lang="en-IN" sz="4800" dirty="0"/>
              <a:t>                if (</a:t>
            </a:r>
            <a:r>
              <a:rPr lang="en-IN" sz="4800" dirty="0" err="1"/>
              <a:t>strcmp</a:t>
            </a:r>
            <a:r>
              <a:rPr lang="en-IN" sz="4800" dirty="0"/>
              <a:t>(list[</a:t>
            </a:r>
            <a:r>
              <a:rPr lang="en-IN" sz="4800" dirty="0" err="1"/>
              <a:t>i</a:t>
            </a:r>
            <a:r>
              <a:rPr lang="en-IN" sz="4800" dirty="0"/>
              <a:t>].name, </a:t>
            </a:r>
            <a:r>
              <a:rPr lang="en-IN" sz="4800" dirty="0" err="1"/>
              <a:t>searchName</a:t>
            </a:r>
            <a:r>
              <a:rPr lang="en-IN" sz="4800" dirty="0"/>
              <a:t>) == 0) {</a:t>
            </a:r>
          </a:p>
          <a:p>
            <a:r>
              <a:rPr lang="en-IN" sz="4800" dirty="0"/>
              <a:t>                    </a:t>
            </a:r>
            <a:r>
              <a:rPr lang="en-IN" sz="4800" dirty="0" err="1"/>
              <a:t>printf</a:t>
            </a:r>
            <a:r>
              <a:rPr lang="en-IN" sz="4800" dirty="0"/>
              <a:t>("Phone Number: %s\n", list[</a:t>
            </a:r>
            <a:r>
              <a:rPr lang="en-IN" sz="4800" dirty="0" err="1"/>
              <a:t>i</a:t>
            </a:r>
            <a:r>
              <a:rPr lang="en-IN" sz="4800" dirty="0"/>
              <a:t>].phone);</a:t>
            </a:r>
          </a:p>
          <a:p>
            <a:r>
              <a:rPr lang="en-IN" sz="4800" dirty="0"/>
              <a:t>                    found = 1;</a:t>
            </a:r>
          </a:p>
          <a:p>
            <a:r>
              <a:rPr lang="en-IN" sz="4800" dirty="0"/>
              <a:t>                    break;</a:t>
            </a:r>
          </a:p>
          <a:p>
            <a:r>
              <a:rPr lang="en-IN" sz="4800" dirty="0"/>
              <a:t>                }</a:t>
            </a:r>
          </a:p>
          <a:p>
            <a:r>
              <a:rPr lang="en-IN" sz="4800" dirty="0"/>
              <a:t>            }</a:t>
            </a:r>
          </a:p>
          <a:p>
            <a:r>
              <a:rPr lang="en-IN" sz="4800" dirty="0"/>
              <a:t>            if (!found) </a:t>
            </a:r>
            <a:r>
              <a:rPr lang="en-IN" sz="4800" dirty="0" err="1"/>
              <a:t>printf</a:t>
            </a:r>
            <a:r>
              <a:rPr lang="en-IN" sz="4800" dirty="0"/>
              <a:t>("Faculty Not Found!\n");</a:t>
            </a:r>
          </a:p>
          <a:p>
            <a:r>
              <a:rPr lang="en-IN" sz="48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388495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019C-AD82-B26B-7769-8478150A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</p:spPr>
        <p:txBody>
          <a:bodyPr/>
          <a:lstStyle/>
          <a:p>
            <a:r>
              <a:rPr lang="en-US" dirty="0"/>
              <a:t>COMPLETE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1AE4-EE00-E309-8661-01929405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52" y="1093303"/>
            <a:ext cx="11022496" cy="5051701"/>
          </a:xfrm>
        </p:spPr>
        <p:txBody>
          <a:bodyPr>
            <a:normAutofit fontScale="25000" lnSpcReduction="20000"/>
          </a:bodyPr>
          <a:lstStyle/>
          <a:p>
            <a:endParaRPr lang="en-IN" sz="4800" dirty="0"/>
          </a:p>
          <a:p>
            <a:r>
              <a:rPr lang="en-IN" sz="4800" dirty="0"/>
              <a:t>        else if (choice == 3)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("\n--- Faculty List ---\n");</a:t>
            </a:r>
          </a:p>
          <a:p>
            <a:r>
              <a:rPr lang="en-IN" sz="4800" dirty="0"/>
              <a:t>            for (int </a:t>
            </a:r>
            <a:r>
              <a:rPr lang="en-IN" sz="4800" dirty="0" err="1"/>
              <a:t>i</a:t>
            </a:r>
            <a:r>
              <a:rPr lang="en-IN" sz="4800" dirty="0"/>
              <a:t> = 0; </a:t>
            </a:r>
            <a:r>
              <a:rPr lang="en-IN" sz="4800" dirty="0" err="1"/>
              <a:t>i</a:t>
            </a:r>
            <a:r>
              <a:rPr lang="en-IN" sz="4800" dirty="0"/>
              <a:t> &lt; count; </a:t>
            </a:r>
            <a:r>
              <a:rPr lang="en-IN" sz="4800" dirty="0" err="1"/>
              <a:t>i</a:t>
            </a:r>
            <a:r>
              <a:rPr lang="en-IN" sz="4800" dirty="0"/>
              <a:t>++)</a:t>
            </a:r>
          </a:p>
          <a:p>
            <a:r>
              <a:rPr lang="en-IN" sz="4800" dirty="0"/>
              <a:t>                </a:t>
            </a:r>
            <a:r>
              <a:rPr lang="en-IN" sz="4800" dirty="0" err="1"/>
              <a:t>printf</a:t>
            </a:r>
            <a:r>
              <a:rPr lang="en-IN" sz="4800" dirty="0"/>
              <a:t>("%s - %s\n", list[</a:t>
            </a:r>
            <a:r>
              <a:rPr lang="en-IN" sz="4800" dirty="0" err="1"/>
              <a:t>i</a:t>
            </a:r>
            <a:r>
              <a:rPr lang="en-IN" sz="4800" dirty="0"/>
              <a:t>].name, list[</a:t>
            </a:r>
            <a:r>
              <a:rPr lang="en-IN" sz="4800" dirty="0" err="1"/>
              <a:t>i</a:t>
            </a:r>
            <a:r>
              <a:rPr lang="en-IN" sz="4800" dirty="0"/>
              <a:t>].phone);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if (choice == 4)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("Thank You!\n");</a:t>
            </a:r>
          </a:p>
          <a:p>
            <a:r>
              <a:rPr lang="en-IN" sz="4800" dirty="0"/>
              <a:t>            break;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    else {</a:t>
            </a:r>
          </a:p>
          <a:p>
            <a:r>
              <a:rPr lang="en-IN" sz="4800" dirty="0"/>
              <a:t>            </a:t>
            </a:r>
            <a:r>
              <a:rPr lang="en-IN" sz="4800" dirty="0" err="1"/>
              <a:t>printf</a:t>
            </a:r>
            <a:r>
              <a:rPr lang="en-IN" sz="4800" dirty="0"/>
              <a:t>("Invalid Choice!\n");</a:t>
            </a:r>
          </a:p>
          <a:p>
            <a:r>
              <a:rPr lang="en-IN" sz="4800" dirty="0"/>
              <a:t>        }</a:t>
            </a:r>
          </a:p>
          <a:p>
            <a:r>
              <a:rPr lang="en-IN" sz="4800" dirty="0"/>
              <a:t>    }</a:t>
            </a:r>
          </a:p>
          <a:p>
            <a:endParaRPr lang="en-IN" sz="4800" dirty="0"/>
          </a:p>
          <a:p>
            <a:r>
              <a:rPr lang="en-IN" sz="4800" dirty="0"/>
              <a:t>    return 0;</a:t>
            </a:r>
          </a:p>
          <a:p>
            <a:r>
              <a:rPr lang="en-IN" sz="4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8251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E725-119F-A27C-E875-0C283910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7136"/>
          </a:xfrm>
        </p:spPr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A54FD-A2A0-F4FD-36DC-865143F91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3625"/>
            <a:ext cx="8596668" cy="4477738"/>
          </a:xfrm>
        </p:spPr>
        <p:txBody>
          <a:bodyPr numCol="2">
            <a:normAutofit fontScale="70000" lnSpcReduction="20000"/>
          </a:bodyPr>
          <a:lstStyle/>
          <a:p>
            <a:r>
              <a:rPr lang="en-IN" b="1" dirty="0"/>
              <a:t>Sample Output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1) Adding Faculty</a:t>
            </a:r>
            <a:endParaRPr lang="en-IN" dirty="0"/>
          </a:p>
          <a:p>
            <a:r>
              <a:rPr lang="en-IN" dirty="0"/>
              <a:t>Enter your choice: 1</a:t>
            </a:r>
          </a:p>
          <a:p>
            <a:r>
              <a:rPr lang="en-IN" dirty="0"/>
              <a:t>Enter Faculty Name: SaiKumar</a:t>
            </a:r>
          </a:p>
          <a:p>
            <a:r>
              <a:rPr lang="en-IN" dirty="0"/>
              <a:t>Enter Department: CSE</a:t>
            </a:r>
          </a:p>
          <a:p>
            <a:r>
              <a:rPr lang="en-IN" dirty="0"/>
              <a:t>Enter Phone Number: 9876543210</a:t>
            </a:r>
          </a:p>
          <a:p>
            <a:r>
              <a:rPr lang="en-IN" dirty="0"/>
              <a:t>Faculty Added Successfully!</a:t>
            </a:r>
          </a:p>
          <a:p>
            <a:pPr marL="0" indent="0">
              <a:buNone/>
            </a:pPr>
            <a:r>
              <a:rPr lang="en-IN" b="1" dirty="0"/>
              <a:t>2) Viewing Faculty List</a:t>
            </a:r>
            <a:endParaRPr lang="en-IN" dirty="0"/>
          </a:p>
          <a:p>
            <a:r>
              <a:rPr lang="en-IN" dirty="0"/>
              <a:t>Enter your choice: 2 </a:t>
            </a:r>
          </a:p>
          <a:p>
            <a:r>
              <a:rPr lang="en-IN" dirty="0"/>
              <a:t>----- Faculty List -----</a:t>
            </a:r>
          </a:p>
          <a:p>
            <a:r>
              <a:rPr lang="en-IN" dirty="0"/>
              <a:t>Name: SaiKumar | Dept: CSE | Phone: 9876543210</a:t>
            </a:r>
          </a:p>
          <a:p>
            <a:pPr marL="0" indent="0">
              <a:buNone/>
            </a:pPr>
            <a:r>
              <a:rPr lang="en-IN" b="1" dirty="0"/>
              <a:t>3) Searching Faculty</a:t>
            </a:r>
            <a:endParaRPr lang="en-IN" dirty="0"/>
          </a:p>
          <a:p>
            <a:r>
              <a:rPr lang="en-IN" dirty="0"/>
              <a:t>Enter your choice: 3</a:t>
            </a:r>
          </a:p>
          <a:p>
            <a:r>
              <a:rPr lang="en-IN" dirty="0"/>
              <a:t>Enter name to search: SaiKumar</a:t>
            </a:r>
          </a:p>
          <a:p>
            <a:r>
              <a:rPr lang="en-IN" dirty="0"/>
              <a:t>Record Found:</a:t>
            </a:r>
          </a:p>
          <a:p>
            <a:r>
              <a:rPr lang="en-IN" dirty="0"/>
              <a:t>Name: SaiKumar | Dept: CSE | Phone: 9876543210</a:t>
            </a:r>
          </a:p>
          <a:p>
            <a:pPr marL="0" indent="0">
              <a:buNone/>
            </a:pPr>
            <a:r>
              <a:rPr lang="en-IN" b="1" dirty="0"/>
              <a:t>4) Updating Faculty</a:t>
            </a:r>
            <a:endParaRPr lang="en-IN" dirty="0"/>
          </a:p>
          <a:p>
            <a:r>
              <a:rPr lang="en-IN" dirty="0"/>
              <a:t>Enter your choice: 4</a:t>
            </a:r>
          </a:p>
          <a:p>
            <a:r>
              <a:rPr lang="en-IN" dirty="0"/>
              <a:t>Enter name to update: SaiKumar</a:t>
            </a:r>
          </a:p>
          <a:p>
            <a:r>
              <a:rPr lang="en-IN" dirty="0"/>
              <a:t>Enter New Department: AIML</a:t>
            </a:r>
          </a:p>
          <a:p>
            <a:r>
              <a:rPr lang="en-IN" dirty="0"/>
              <a:t>Enter New Phone Number: 9900012345</a:t>
            </a:r>
          </a:p>
          <a:p>
            <a:r>
              <a:rPr lang="en-IN" dirty="0"/>
              <a:t>Record Updated Successfully!</a:t>
            </a:r>
          </a:p>
          <a:p>
            <a:pPr marL="0" indent="0">
              <a:buNone/>
            </a:pPr>
            <a:r>
              <a:rPr lang="en-IN" b="1" dirty="0"/>
              <a:t>5) Deleting Faculty</a:t>
            </a:r>
            <a:endParaRPr lang="en-IN" dirty="0"/>
          </a:p>
          <a:p>
            <a:r>
              <a:rPr lang="en-IN" dirty="0"/>
              <a:t>Enter your choice: 5</a:t>
            </a:r>
          </a:p>
          <a:p>
            <a:r>
              <a:rPr lang="en-IN" dirty="0"/>
              <a:t>Enter name to delete: SaiKumar</a:t>
            </a:r>
          </a:p>
          <a:p>
            <a:r>
              <a:rPr lang="en-IN" dirty="0"/>
              <a:t>Record Deleted Successfully!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6) Exiting Program</a:t>
            </a:r>
            <a:endParaRPr lang="en-IN" dirty="0"/>
          </a:p>
          <a:p>
            <a:r>
              <a:rPr lang="en-IN" dirty="0"/>
              <a:t>Enter your choice : 6</a:t>
            </a:r>
          </a:p>
          <a:p>
            <a:r>
              <a:rPr lang="en-IN" dirty="0"/>
              <a:t>Thank you ! Exiting Program</a:t>
            </a:r>
          </a:p>
        </p:txBody>
      </p:sp>
    </p:spTree>
    <p:extLst>
      <p:ext uri="{BB962C8B-B14F-4D97-AF65-F5344CB8AC3E}">
        <p14:creationId xmlns:p14="http://schemas.microsoft.com/office/powerpoint/2010/main" val="1601989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B1BC-9E1D-E609-F034-18C0A848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855D-5A88-968A-343A-1179EA6B0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Faculty Phone Number Management System</a:t>
            </a:r>
            <a:r>
              <a:rPr lang="en-IN" dirty="0"/>
              <a:t> is a simple yet effective program that helps manage faculty details efficiently. Using </a:t>
            </a:r>
            <a:r>
              <a:rPr lang="en-IN" b="1" dirty="0"/>
              <a:t>C programming</a:t>
            </a:r>
            <a:r>
              <a:rPr lang="en-IN" dirty="0"/>
              <a:t>, </a:t>
            </a:r>
            <a:r>
              <a:rPr lang="en-IN" b="1" dirty="0"/>
              <a:t>structures</a:t>
            </a:r>
            <a:r>
              <a:rPr lang="en-IN" dirty="0"/>
              <a:t>, and </a:t>
            </a:r>
            <a:r>
              <a:rPr lang="en-IN" b="1" dirty="0"/>
              <a:t>file handling</a:t>
            </a:r>
            <a:r>
              <a:rPr lang="en-IN" dirty="0"/>
              <a:t>, the system allows users to </a:t>
            </a:r>
            <a:r>
              <a:rPr lang="en-IN" b="1" dirty="0"/>
              <a:t>add, view, search, update, and delete faculty records</a:t>
            </a:r>
            <a:r>
              <a:rPr lang="en-IN" dirty="0"/>
              <a:t> easily. It provides a </a:t>
            </a:r>
            <a:r>
              <a:rPr lang="en-IN" b="1" dirty="0"/>
              <a:t>digital alternative to manual record keeping</a:t>
            </a:r>
            <a:r>
              <a:rPr lang="en-IN" dirty="0"/>
              <a:t>, reducing errors and saving 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73684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1361</Words>
  <Application>Microsoft Office PowerPoint</Application>
  <PresentationFormat>Widescreen</PresentationFormat>
  <Paragraphs>201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FACULTY PHONE NUMBER MANAGEMENT</vt:lpstr>
      <vt:lpstr>PROJECT MEMBER’S DETAILS</vt:lpstr>
      <vt:lpstr>INTRODUCTION</vt:lpstr>
      <vt:lpstr> REQUIREMENTS</vt:lpstr>
      <vt:lpstr>ALGORITHM</vt:lpstr>
      <vt:lpstr>FLOWCHART</vt:lpstr>
      <vt:lpstr>MODULE DESCRIPTION</vt:lpstr>
      <vt:lpstr>MODULE INTEGRATION</vt:lpstr>
      <vt:lpstr>PowerPoint Presentation</vt:lpstr>
      <vt:lpstr>COMPLETE CODE</vt:lpstr>
      <vt:lpstr>COMPLETE CODE</vt:lpstr>
      <vt:lpstr>COMPLETE CODE</vt:lpstr>
      <vt:lpstr>OUTPUT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ALLAM JYOTHSNA PRIYANKA</dc:creator>
  <cp:lastModifiedBy>ALLAM JYOTHSNA PRIYANKA</cp:lastModifiedBy>
  <cp:revision>9</cp:revision>
  <dcterms:created xsi:type="dcterms:W3CDTF">2025-12-04T03:11:55Z</dcterms:created>
  <dcterms:modified xsi:type="dcterms:W3CDTF">2025-12-07T16:37:55Z</dcterms:modified>
</cp:coreProperties>
</file>