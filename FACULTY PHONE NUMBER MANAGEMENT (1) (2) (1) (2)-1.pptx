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9" r:id="rId2"/>
    <p:sldId id="270" r:id="rId3"/>
    <p:sldId id="271" r:id="rId4"/>
    <p:sldId id="26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12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15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01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00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74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656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29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50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334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5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1236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731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931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86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794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94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52E8E-6951-4A52-B78E-6B9183E377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18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019C-AD82-B26B-7769-8478150A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28016"/>
            <a:ext cx="8752794" cy="777240"/>
          </a:xfrm>
        </p:spPr>
        <p:txBody>
          <a:bodyPr/>
          <a:lstStyle/>
          <a:p>
            <a:r>
              <a:rPr lang="en-US" dirty="0"/>
              <a:t>COMPLETE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1AE4-EE00-E309-8661-01929405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905256"/>
            <a:ext cx="11266336" cy="5716829"/>
          </a:xfrm>
        </p:spPr>
        <p:txBody>
          <a:bodyPr>
            <a:normAutofit fontScale="25000" lnSpcReduction="20000"/>
          </a:bodyPr>
          <a:lstStyle/>
          <a:p>
            <a:r>
              <a:rPr lang="en-IN" sz="4800" dirty="0"/>
              <a:t>#include &lt;</a:t>
            </a:r>
            <a:r>
              <a:rPr lang="en-IN" sz="4800" dirty="0" err="1"/>
              <a:t>stdio.h</a:t>
            </a:r>
            <a:r>
              <a:rPr lang="en-IN" sz="4800" dirty="0"/>
              <a:t>&gt;</a:t>
            </a:r>
          </a:p>
          <a:p>
            <a:r>
              <a:rPr lang="en-IN" sz="4800" dirty="0"/>
              <a:t>#include &lt;</a:t>
            </a:r>
            <a:r>
              <a:rPr lang="en-IN" sz="4800" dirty="0" err="1"/>
              <a:t>string.h</a:t>
            </a:r>
            <a:r>
              <a:rPr lang="en-IN" sz="4800" dirty="0"/>
              <a:t>&gt;</a:t>
            </a:r>
          </a:p>
          <a:p>
            <a:endParaRPr lang="en-IN" sz="4800" dirty="0"/>
          </a:p>
          <a:p>
            <a:r>
              <a:rPr lang="en-IN" sz="4800" dirty="0"/>
              <a:t>struct Faculty {</a:t>
            </a:r>
          </a:p>
          <a:p>
            <a:r>
              <a:rPr lang="en-IN" sz="4800" dirty="0"/>
              <a:t>    char name[50];</a:t>
            </a:r>
          </a:p>
          <a:p>
            <a:r>
              <a:rPr lang="en-IN" sz="4800" dirty="0"/>
              <a:t>    char phone[15];</a:t>
            </a:r>
          </a:p>
          <a:p>
            <a:r>
              <a:rPr lang="en-IN" sz="4800" dirty="0"/>
              <a:t>};</a:t>
            </a:r>
          </a:p>
          <a:p>
            <a:endParaRPr lang="en-IN" sz="4800" dirty="0"/>
          </a:p>
          <a:p>
            <a:r>
              <a:rPr lang="en-IN" sz="4800" dirty="0"/>
              <a:t>int main() { </a:t>
            </a:r>
          </a:p>
          <a:p>
            <a:r>
              <a:rPr lang="en-IN" sz="4800" dirty="0"/>
              <a:t>    struct Faculty list[50];</a:t>
            </a:r>
          </a:p>
          <a:p>
            <a:r>
              <a:rPr lang="en-IN" sz="4800" dirty="0"/>
              <a:t>    int count = 0, choice;</a:t>
            </a:r>
          </a:p>
          <a:p>
            <a:r>
              <a:rPr lang="en-IN" sz="4800" dirty="0"/>
              <a:t>    char </a:t>
            </a:r>
            <a:r>
              <a:rPr lang="en-IN" sz="4800" dirty="0" err="1"/>
              <a:t>searchName</a:t>
            </a:r>
            <a:r>
              <a:rPr lang="en-IN" sz="4800" dirty="0"/>
              <a:t>[50];</a:t>
            </a:r>
          </a:p>
          <a:p>
            <a:endParaRPr lang="en-IN" sz="4800" dirty="0"/>
          </a:p>
          <a:p>
            <a:r>
              <a:rPr lang="en-IN" sz="4800" dirty="0"/>
              <a:t>    while (1) {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("\n--- Faculty Phone Manager ---\n");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("1. Add Faculty\n");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("2. Search Faculty\n");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("3. Display All\n");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("4. Exit\n");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("Choice: 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scanf</a:t>
            </a:r>
            <a:r>
              <a:rPr lang="en-IN" sz="4800" dirty="0"/>
              <a:t>("%d", &amp;choice);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294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019C-AD82-B26B-7769-8478150A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52" y="164593"/>
            <a:ext cx="10769048" cy="1028104"/>
          </a:xfrm>
        </p:spPr>
        <p:txBody>
          <a:bodyPr/>
          <a:lstStyle/>
          <a:p>
            <a:r>
              <a:rPr lang="en-US" dirty="0"/>
              <a:t>COMPLETE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1AE4-EE00-E309-8661-01929405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530352"/>
            <a:ext cx="11095184" cy="5614653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sz="4800" dirty="0"/>
              <a:t>        if (choice == 1)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("Name: ");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scanf</a:t>
            </a:r>
            <a:r>
              <a:rPr lang="en-IN" sz="4800" dirty="0"/>
              <a:t>("%s", list[count].name);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("Phone: ");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scanf</a:t>
            </a:r>
            <a:r>
              <a:rPr lang="en-IN" sz="4800" dirty="0"/>
              <a:t>("%s", list[count].phone);</a:t>
            </a:r>
          </a:p>
          <a:p>
            <a:r>
              <a:rPr lang="en-IN" sz="4800" dirty="0"/>
              <a:t>            count++;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("Added Successfully!\n");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    else if (choice == 2)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("Enter name: ");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scanf</a:t>
            </a:r>
            <a:r>
              <a:rPr lang="en-IN" sz="4800" dirty="0"/>
              <a:t>("%s", </a:t>
            </a:r>
            <a:r>
              <a:rPr lang="en-IN" sz="4800" dirty="0" err="1"/>
              <a:t>searchName</a:t>
            </a:r>
            <a:r>
              <a:rPr lang="en-IN" sz="4800" dirty="0"/>
              <a:t>);</a:t>
            </a:r>
          </a:p>
          <a:p>
            <a:endParaRPr lang="en-IN" sz="4800" dirty="0"/>
          </a:p>
          <a:p>
            <a:r>
              <a:rPr lang="en-IN" sz="4800" dirty="0"/>
              <a:t>            int found = 0;</a:t>
            </a:r>
          </a:p>
          <a:p>
            <a:r>
              <a:rPr lang="en-IN" sz="4800" dirty="0"/>
              <a:t>            for (int </a:t>
            </a:r>
            <a:r>
              <a:rPr lang="en-IN" sz="4800" dirty="0" err="1"/>
              <a:t>i</a:t>
            </a:r>
            <a:r>
              <a:rPr lang="en-IN" sz="4800" dirty="0"/>
              <a:t> = 0; </a:t>
            </a:r>
            <a:r>
              <a:rPr lang="en-IN" sz="4800" dirty="0" err="1"/>
              <a:t>i</a:t>
            </a:r>
            <a:r>
              <a:rPr lang="en-IN" sz="4800" dirty="0"/>
              <a:t> &lt; count; </a:t>
            </a:r>
            <a:r>
              <a:rPr lang="en-IN" sz="4800" dirty="0" err="1"/>
              <a:t>i</a:t>
            </a:r>
            <a:r>
              <a:rPr lang="en-IN" sz="4800" dirty="0"/>
              <a:t>++) {</a:t>
            </a:r>
          </a:p>
          <a:p>
            <a:r>
              <a:rPr lang="en-IN" sz="4800" dirty="0"/>
              <a:t>                if (</a:t>
            </a:r>
            <a:r>
              <a:rPr lang="en-IN" sz="4800" dirty="0" err="1"/>
              <a:t>strcmp</a:t>
            </a:r>
            <a:r>
              <a:rPr lang="en-IN" sz="4800" dirty="0"/>
              <a:t>(list[</a:t>
            </a:r>
            <a:r>
              <a:rPr lang="en-IN" sz="4800" dirty="0" err="1"/>
              <a:t>i</a:t>
            </a:r>
            <a:r>
              <a:rPr lang="en-IN" sz="4800" dirty="0"/>
              <a:t>].name, </a:t>
            </a:r>
            <a:r>
              <a:rPr lang="en-IN" sz="4800" dirty="0" err="1"/>
              <a:t>searchName</a:t>
            </a:r>
            <a:r>
              <a:rPr lang="en-IN" sz="4800" dirty="0"/>
              <a:t>) == 0) {</a:t>
            </a:r>
          </a:p>
          <a:p>
            <a:r>
              <a:rPr lang="en-IN" sz="4800" dirty="0"/>
              <a:t>                    </a:t>
            </a:r>
            <a:r>
              <a:rPr lang="en-IN" sz="4800" dirty="0" err="1"/>
              <a:t>printf</a:t>
            </a:r>
            <a:r>
              <a:rPr lang="en-IN" sz="4800" dirty="0"/>
              <a:t>("Phone Number: %s\n", list[</a:t>
            </a:r>
            <a:r>
              <a:rPr lang="en-IN" sz="4800" dirty="0" err="1"/>
              <a:t>i</a:t>
            </a:r>
            <a:r>
              <a:rPr lang="en-IN" sz="4800" dirty="0"/>
              <a:t>].phone);</a:t>
            </a:r>
          </a:p>
          <a:p>
            <a:r>
              <a:rPr lang="en-IN" sz="4800" dirty="0"/>
              <a:t>                    found = 1;</a:t>
            </a:r>
          </a:p>
          <a:p>
            <a:r>
              <a:rPr lang="en-IN" sz="4800" dirty="0"/>
              <a:t>                    break;</a:t>
            </a:r>
          </a:p>
          <a:p>
            <a:r>
              <a:rPr lang="en-IN" sz="4800" dirty="0"/>
              <a:t>                }</a:t>
            </a:r>
          </a:p>
          <a:p>
            <a:r>
              <a:rPr lang="en-IN" sz="4800" dirty="0"/>
              <a:t>            }</a:t>
            </a:r>
          </a:p>
          <a:p>
            <a:r>
              <a:rPr lang="en-IN" sz="4800" dirty="0"/>
              <a:t>            if (!found) </a:t>
            </a:r>
            <a:r>
              <a:rPr lang="en-IN" sz="4800" dirty="0" err="1"/>
              <a:t>printf</a:t>
            </a:r>
            <a:r>
              <a:rPr lang="en-IN" sz="4800" dirty="0"/>
              <a:t>("Faculty Not Found!\n");</a:t>
            </a:r>
          </a:p>
          <a:p>
            <a:r>
              <a:rPr lang="en-IN" sz="48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3884955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019C-AD82-B26B-7769-8478150A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571"/>
          </a:xfrm>
        </p:spPr>
        <p:txBody>
          <a:bodyPr/>
          <a:lstStyle/>
          <a:p>
            <a:r>
              <a:rPr lang="en-US" dirty="0"/>
              <a:t>COMPLETE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1AE4-EE00-E309-8661-01929405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52" y="1093303"/>
            <a:ext cx="11022496" cy="5051701"/>
          </a:xfrm>
        </p:spPr>
        <p:txBody>
          <a:bodyPr>
            <a:normAutofit fontScale="25000" lnSpcReduction="20000"/>
          </a:bodyPr>
          <a:lstStyle/>
          <a:p>
            <a:endParaRPr lang="en-IN" sz="4800" dirty="0"/>
          </a:p>
          <a:p>
            <a:r>
              <a:rPr lang="en-IN" sz="4800" dirty="0"/>
              <a:t>        else if (choice == 3)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("\n--- Faculty List ---\n");</a:t>
            </a:r>
          </a:p>
          <a:p>
            <a:r>
              <a:rPr lang="en-IN" sz="4800" dirty="0"/>
              <a:t>            for (int </a:t>
            </a:r>
            <a:r>
              <a:rPr lang="en-IN" sz="4800" dirty="0" err="1"/>
              <a:t>i</a:t>
            </a:r>
            <a:r>
              <a:rPr lang="en-IN" sz="4800" dirty="0"/>
              <a:t> = 0; </a:t>
            </a:r>
            <a:r>
              <a:rPr lang="en-IN" sz="4800" dirty="0" err="1"/>
              <a:t>i</a:t>
            </a:r>
            <a:r>
              <a:rPr lang="en-IN" sz="4800" dirty="0"/>
              <a:t> &lt; count; </a:t>
            </a:r>
            <a:r>
              <a:rPr lang="en-IN" sz="4800" dirty="0" err="1"/>
              <a:t>i</a:t>
            </a:r>
            <a:r>
              <a:rPr lang="en-IN" sz="4800" dirty="0"/>
              <a:t>++)</a:t>
            </a:r>
          </a:p>
          <a:p>
            <a:r>
              <a:rPr lang="en-IN" sz="4800" dirty="0"/>
              <a:t>                </a:t>
            </a:r>
            <a:r>
              <a:rPr lang="en-IN" sz="4800" dirty="0" err="1"/>
              <a:t>printf</a:t>
            </a:r>
            <a:r>
              <a:rPr lang="en-IN" sz="4800" dirty="0"/>
              <a:t>("%s - %s\n", list[</a:t>
            </a:r>
            <a:r>
              <a:rPr lang="en-IN" sz="4800" dirty="0" err="1"/>
              <a:t>i</a:t>
            </a:r>
            <a:r>
              <a:rPr lang="en-IN" sz="4800" dirty="0"/>
              <a:t>].name, list[</a:t>
            </a:r>
            <a:r>
              <a:rPr lang="en-IN" sz="4800" dirty="0" err="1"/>
              <a:t>i</a:t>
            </a:r>
            <a:r>
              <a:rPr lang="en-IN" sz="4800" dirty="0"/>
              <a:t>].phone);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    else if (choice == 4)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("Thank You!\n");</a:t>
            </a:r>
          </a:p>
          <a:p>
            <a:r>
              <a:rPr lang="en-IN" sz="4800" dirty="0"/>
              <a:t>            break;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    else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("Invalid Choice!\n");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}</a:t>
            </a:r>
          </a:p>
          <a:p>
            <a:endParaRPr lang="en-IN" sz="4800" dirty="0"/>
          </a:p>
          <a:p>
            <a:r>
              <a:rPr lang="en-IN" sz="4800" dirty="0"/>
              <a:t>    return 0;</a:t>
            </a:r>
          </a:p>
          <a:p>
            <a:r>
              <a:rPr lang="en-IN" sz="4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825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E725-119F-A27C-E875-0C283910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7136"/>
          </a:xfrm>
        </p:spPr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A54FD-A2A0-F4FD-36DC-865143F91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3625"/>
            <a:ext cx="8596668" cy="4477738"/>
          </a:xfrm>
        </p:spPr>
        <p:txBody>
          <a:bodyPr numCol="2">
            <a:normAutofit fontScale="70000" lnSpcReduction="20000"/>
          </a:bodyPr>
          <a:lstStyle/>
          <a:p>
            <a:r>
              <a:rPr lang="en-IN" b="1" dirty="0"/>
              <a:t>Sample Output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1) Adding Faculty</a:t>
            </a:r>
            <a:endParaRPr lang="en-IN" dirty="0"/>
          </a:p>
          <a:p>
            <a:r>
              <a:rPr lang="en-IN" dirty="0"/>
              <a:t>Enter your choice: 1</a:t>
            </a:r>
          </a:p>
          <a:p>
            <a:r>
              <a:rPr lang="en-IN" dirty="0"/>
              <a:t>Enter Faculty Name: SaiKumar</a:t>
            </a:r>
          </a:p>
          <a:p>
            <a:r>
              <a:rPr lang="en-IN" dirty="0"/>
              <a:t>Enter Department: CSE</a:t>
            </a:r>
          </a:p>
          <a:p>
            <a:r>
              <a:rPr lang="en-IN" dirty="0"/>
              <a:t>Enter Phone Number: 9876543210</a:t>
            </a:r>
          </a:p>
          <a:p>
            <a:r>
              <a:rPr lang="en-IN" dirty="0"/>
              <a:t>Faculty Added Successfully!</a:t>
            </a:r>
          </a:p>
          <a:p>
            <a:pPr marL="0" indent="0">
              <a:buNone/>
            </a:pPr>
            <a:r>
              <a:rPr lang="en-IN" b="1" dirty="0"/>
              <a:t>2) Viewing Faculty List</a:t>
            </a:r>
            <a:endParaRPr lang="en-IN" dirty="0"/>
          </a:p>
          <a:p>
            <a:r>
              <a:rPr lang="en-IN" dirty="0"/>
              <a:t>Enter your choice: 2 </a:t>
            </a:r>
          </a:p>
          <a:p>
            <a:r>
              <a:rPr lang="en-IN" dirty="0"/>
              <a:t>----- Faculty List -----</a:t>
            </a:r>
          </a:p>
          <a:p>
            <a:r>
              <a:rPr lang="en-IN" dirty="0"/>
              <a:t>Name: SaiKumar | Dept: CSE | Phone: 9876543210</a:t>
            </a:r>
          </a:p>
          <a:p>
            <a:pPr marL="0" indent="0">
              <a:buNone/>
            </a:pPr>
            <a:r>
              <a:rPr lang="en-IN" b="1" dirty="0"/>
              <a:t>3) Searching Faculty</a:t>
            </a:r>
            <a:endParaRPr lang="en-IN" dirty="0"/>
          </a:p>
          <a:p>
            <a:r>
              <a:rPr lang="en-IN" dirty="0"/>
              <a:t>Enter your choice: 3</a:t>
            </a:r>
          </a:p>
          <a:p>
            <a:r>
              <a:rPr lang="en-IN" dirty="0"/>
              <a:t>Enter name to search: SaiKumar</a:t>
            </a:r>
          </a:p>
          <a:p>
            <a:r>
              <a:rPr lang="en-IN" dirty="0"/>
              <a:t>Record Found:</a:t>
            </a:r>
          </a:p>
          <a:p>
            <a:r>
              <a:rPr lang="en-IN" dirty="0"/>
              <a:t>Name: SaiKumar | Dept: CSE | Phone: 9876543210</a:t>
            </a:r>
          </a:p>
          <a:p>
            <a:pPr marL="0" indent="0">
              <a:buNone/>
            </a:pPr>
            <a:r>
              <a:rPr lang="en-IN" b="1" dirty="0"/>
              <a:t>4) Updating Faculty</a:t>
            </a:r>
            <a:endParaRPr lang="en-IN" dirty="0"/>
          </a:p>
          <a:p>
            <a:r>
              <a:rPr lang="en-IN" dirty="0"/>
              <a:t>Enter your choice: 4</a:t>
            </a:r>
          </a:p>
          <a:p>
            <a:r>
              <a:rPr lang="en-IN" dirty="0"/>
              <a:t>Enter name to update: SaiKumar</a:t>
            </a:r>
          </a:p>
          <a:p>
            <a:r>
              <a:rPr lang="en-IN" dirty="0"/>
              <a:t>Enter New Department: AIML</a:t>
            </a:r>
          </a:p>
          <a:p>
            <a:r>
              <a:rPr lang="en-IN" dirty="0"/>
              <a:t>Enter New Phone Number: 9900012345</a:t>
            </a:r>
          </a:p>
          <a:p>
            <a:r>
              <a:rPr lang="en-IN" dirty="0"/>
              <a:t>Record Updated Successfully!</a:t>
            </a:r>
          </a:p>
          <a:p>
            <a:pPr marL="0" indent="0">
              <a:buNone/>
            </a:pPr>
            <a:r>
              <a:rPr lang="en-IN" b="1" dirty="0"/>
              <a:t>5) Deleting Faculty</a:t>
            </a:r>
            <a:endParaRPr lang="en-IN" dirty="0"/>
          </a:p>
          <a:p>
            <a:r>
              <a:rPr lang="en-IN" dirty="0"/>
              <a:t>Enter your choice: 5</a:t>
            </a:r>
          </a:p>
          <a:p>
            <a:r>
              <a:rPr lang="en-IN" dirty="0"/>
              <a:t>Enter name to delete: SaiKumar</a:t>
            </a:r>
          </a:p>
          <a:p>
            <a:r>
              <a:rPr lang="en-IN" dirty="0"/>
              <a:t>Record Deleted Successfully!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6) Exiting Program</a:t>
            </a:r>
            <a:endParaRPr lang="en-IN" dirty="0"/>
          </a:p>
          <a:p>
            <a:r>
              <a:rPr lang="en-IN" dirty="0"/>
              <a:t>Enter your choice : 6</a:t>
            </a:r>
          </a:p>
          <a:p>
            <a:r>
              <a:rPr lang="en-IN" dirty="0"/>
              <a:t>Thank you ! Exiting Program</a:t>
            </a:r>
          </a:p>
        </p:txBody>
      </p:sp>
    </p:spTree>
    <p:extLst>
      <p:ext uri="{BB962C8B-B14F-4D97-AF65-F5344CB8AC3E}">
        <p14:creationId xmlns:p14="http://schemas.microsoft.com/office/powerpoint/2010/main" val="16019898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</TotalTime>
  <Words>538</Words>
  <Application>Microsoft Office PowerPoint</Application>
  <PresentationFormat>Widescreen</PresentationFormat>
  <Paragraphs>96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COMPLETE CODE</vt:lpstr>
      <vt:lpstr>COMPLETE CODE</vt:lpstr>
      <vt:lpstr>COMPLETE CODE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PHONE NUMBER MANAGEMENT</dc:title>
  <dc:creator>ALLAM JYOTHSNA PRIYANKA</dc:creator>
  <cp:lastModifiedBy>ALLAM JYOTHSNA PRIYANKA</cp:lastModifiedBy>
  <cp:revision>11</cp:revision>
  <dcterms:created xsi:type="dcterms:W3CDTF">2025-12-04T03:11:55Z</dcterms:created>
  <dcterms:modified xsi:type="dcterms:W3CDTF">2025-12-14T07:57:27Z</dcterms:modified>
</cp:coreProperties>
</file>